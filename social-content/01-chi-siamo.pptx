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6858000" cy="12191695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E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240280"/>
            <a:ext cx="109728" cy="1051560"/>
          </a:xfrm>
          <a:prstGeom prst="rect">
            <a:avLst/>
          </a:prstGeom>
          <a:solidFill>
            <a:srgbClr val="1CB5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457200"/>
            <a:ext cx="91440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" y="539496"/>
            <a:ext cx="749808" cy="74980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645920" y="512064"/>
            <a:ext cx="461772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ptos Display"/>
              </a:rPr>
              <a:t>ALI PER LA LIBERTA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057400"/>
            <a:ext cx="5394960" cy="2926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Aptos Display"/>
              </a:rPr>
              <a:t>Hai bisogno di orientamento?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5486400"/>
            <a:ext cx="5166360" cy="2971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0">
                <a:solidFill>
                  <a:srgbClr val="E2EEFA"/>
                </a:solidFill>
                <a:latin typeface="Aptos Display"/>
              </a:rPr>
              <a:t>Partiamo dalla tua situazione, con calma.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9829800"/>
            <a:ext cx="2926080" cy="658368"/>
          </a:xfrm>
          <a:prstGeom prst="roundRect">
            <a:avLst/>
          </a:prstGeom>
          <a:solidFill>
            <a:srgbClr val="1CB5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9912096"/>
            <a:ext cx="261518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ptos Display"/>
              </a:rPr>
              <a:t>CHI SIAMO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1484864"/>
            <a:ext cx="5760720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1484864"/>
            <a:ext cx="1440180" cy="45720"/>
          </a:xfrm>
          <a:prstGeom prst="rect">
            <a:avLst/>
          </a:prstGeom>
          <a:solidFill>
            <a:srgbClr val="1CB5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advTm="3000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240280"/>
            <a:ext cx="109728" cy="1051560"/>
          </a:xfrm>
          <a:prstGeom prst="rect">
            <a:avLst/>
          </a:prstGeom>
          <a:solidFill>
            <a:srgbClr val="0B5E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457200"/>
            <a:ext cx="91440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" y="539496"/>
            <a:ext cx="749808" cy="74980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645920" y="512064"/>
            <a:ext cx="461772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1">
                <a:solidFill>
                  <a:srgbClr val="0A2E5C"/>
                </a:solidFill>
                <a:latin typeface="Aptos Display"/>
              </a:rPr>
              <a:t>ALI PER LA LIBERTA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057400"/>
            <a:ext cx="5394960" cy="2926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800" b="1">
                <a:solidFill>
                  <a:srgbClr val="112236"/>
                </a:solidFill>
                <a:latin typeface="Aptos Display"/>
              </a:rPr>
              <a:t>Siamo un'associazione.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5486400"/>
            <a:ext cx="5166360" cy="2971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0">
                <a:solidFill>
                  <a:srgbClr val="3D4F63"/>
                </a:solidFill>
                <a:latin typeface="Aptos Display"/>
              </a:rPr>
              <a:t>Ti ascoltiamo e ti aiutiamo a capire documenti, diritti e prossimi passi.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9829800"/>
            <a:ext cx="2926080" cy="658368"/>
          </a:xfrm>
          <a:prstGeom prst="roundRect">
            <a:avLst/>
          </a:prstGeom>
          <a:solidFill>
            <a:srgbClr val="0B5E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9912096"/>
            <a:ext cx="261518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ptos Display"/>
              </a:rPr>
              <a:t>CHI SIAMO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1484864"/>
            <a:ext cx="5760720" cy="45720"/>
          </a:xfrm>
          <a:prstGeom prst="rect">
            <a:avLst/>
          </a:prstGeom>
          <a:solidFill>
            <a:srgbClr val="C9D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1484864"/>
            <a:ext cx="2880360" cy="45720"/>
          </a:xfrm>
          <a:prstGeom prst="rect">
            <a:avLst/>
          </a:prstGeom>
          <a:solidFill>
            <a:srgbClr val="0B5E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advTm="3000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6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240280"/>
            <a:ext cx="109728" cy="1051560"/>
          </a:xfrm>
          <a:prstGeom prst="rect">
            <a:avLst/>
          </a:prstGeom>
          <a:solidFill>
            <a:srgbClr val="27AA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457200"/>
            <a:ext cx="91440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" y="539496"/>
            <a:ext cx="749808" cy="74980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645920" y="512064"/>
            <a:ext cx="461772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1">
                <a:solidFill>
                  <a:srgbClr val="0A2E5C"/>
                </a:solidFill>
                <a:latin typeface="Aptos Display"/>
              </a:rPr>
              <a:t>ALI PER LA LIBERTA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057400"/>
            <a:ext cx="5394960" cy="2926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800" b="1">
                <a:solidFill>
                  <a:srgbClr val="112236"/>
                </a:solidFill>
                <a:latin typeface="Aptos Display"/>
              </a:rPr>
              <a:t>Collaboriamo con CAF e Patronato partner.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5486400"/>
            <a:ext cx="5166360" cy="2971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0">
                <a:solidFill>
                  <a:srgbClr val="3D4F63"/>
                </a:solidFill>
                <a:latin typeface="Aptos Display"/>
              </a:rPr>
              <a:t>Per offrirti servizi fiscali e previdenziali con un percorso più semplice.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9829800"/>
            <a:ext cx="2926080" cy="658368"/>
          </a:xfrm>
          <a:prstGeom prst="roundRect">
            <a:avLst/>
          </a:prstGeom>
          <a:solidFill>
            <a:srgbClr val="27AA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9912096"/>
            <a:ext cx="261518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ptos Display"/>
              </a:rPr>
              <a:t>CHI SIAMO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1484864"/>
            <a:ext cx="5760720" cy="45720"/>
          </a:xfrm>
          <a:prstGeom prst="rect">
            <a:avLst/>
          </a:prstGeom>
          <a:solidFill>
            <a:srgbClr val="C9D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1484864"/>
            <a:ext cx="4320540" cy="45720"/>
          </a:xfrm>
          <a:prstGeom prst="rect">
            <a:avLst/>
          </a:prstGeom>
          <a:solidFill>
            <a:srgbClr val="27AA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advTm="3000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5ED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240280"/>
            <a:ext cx="109728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457200"/>
            <a:ext cx="91440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" y="539496"/>
            <a:ext cx="749808" cy="74980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645920" y="512064"/>
            <a:ext cx="461772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ptos Display"/>
              </a:rPr>
              <a:t>ALI PER LA LIBERTA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057400"/>
            <a:ext cx="5394960" cy="2926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Aptos Display"/>
              </a:rPr>
              <a:t>Inizia dalla tua area cliente.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5486400"/>
            <a:ext cx="5166360" cy="2971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0">
                <a:solidFill>
                  <a:srgbClr val="E2EEFA"/>
                </a:solidFill>
                <a:latin typeface="Aptos Display"/>
              </a:rPr>
              <a:t>aliperlaliberta.it</a:t>
            </a:r>
            <a:br/>
            <a:r>
              <a:rPr sz="2300" b="0">
                <a:solidFill>
                  <a:srgbClr val="E2EEFA"/>
                </a:solidFill>
                <a:latin typeface="Aptos Display"/>
              </a:rPr>
              <a:t>351 365 7045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9829800"/>
            <a:ext cx="2926080" cy="65836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9912096"/>
            <a:ext cx="261518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A2E5C"/>
                </a:solidFill>
                <a:latin typeface="Aptos Display"/>
              </a:rPr>
              <a:t>CHI SIAMO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1484864"/>
            <a:ext cx="5760720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1484864"/>
            <a:ext cx="5760720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advTm="30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