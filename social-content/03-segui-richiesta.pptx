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La richiesta non finisce dopo l'invio.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E2EEFA"/>
                </a:solidFill>
                <a:latin typeface="Aptos Display"/>
              </a:rPr>
              <a:t>Puoi seguirla senza perdere informazioni.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SEGUI LA TUA RICHIESTA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1440180" cy="45720"/>
          </a:xfrm>
          <a:prstGeom prst="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A2E5C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12236"/>
                </a:solidFill>
                <a:latin typeface="Aptos Display"/>
              </a:rPr>
              <a:t>Dalla tua area cliente puoi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3D4F63"/>
                </a:solidFill>
                <a:latin typeface="Aptos Display"/>
              </a:rPr>
              <a:t>Prenotare servizi</a:t>
            </a:r>
            <a:br/>
            <a:r>
              <a:rPr sz="2300" b="0">
                <a:solidFill>
                  <a:srgbClr val="3D4F63"/>
                </a:solidFill>
                <a:latin typeface="Aptos Display"/>
              </a:rPr>
              <a:t>Vedere le tue richieste</a:t>
            </a:r>
            <a:br/>
            <a:r>
              <a:rPr sz="2300" b="0">
                <a:solidFill>
                  <a:srgbClr val="3D4F63"/>
                </a:solidFill>
                <a:latin typeface="Aptos Display"/>
              </a:rPr>
              <a:t>Controllare lo stato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SEGUI LA TUA RICHIESTA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C9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2880360" cy="4572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27A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A2E5C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12236"/>
                </a:solidFill>
                <a:latin typeface="Aptos Display"/>
              </a:rPr>
              <a:t>I tuoi dati restano nella tua area riservata.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3D4F63"/>
                </a:solidFill>
                <a:latin typeface="Aptos Display"/>
              </a:rPr>
              <a:t>Ogni persona vede soltanto le proprie richieste.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27A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SEGUI LA TUA RICHIESTA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C9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4320540" cy="45720"/>
          </a:xfrm>
          <a:prstGeom prst="rect">
            <a:avLst/>
          </a:prstGeom>
          <a:solidFill>
            <a:srgbClr val="27A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Accedi. Invia. Segui.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E2EEFA"/>
                </a:solidFill>
                <a:latin typeface="Aptos Display"/>
              </a:rPr>
              <a:t>aliperlaliberta.it</a:t>
            </a:r>
            <a:br/>
            <a:r>
              <a:rPr sz="2300" b="0">
                <a:solidFill>
                  <a:srgbClr val="E2EEFA"/>
                </a:solidFill>
                <a:latin typeface="Aptos Display"/>
              </a:rPr>
              <a:t>351 365 7045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2E5C"/>
                </a:solidFill>
                <a:latin typeface="Aptos Display"/>
              </a:rPr>
              <a:t>SEGUI LA TUA RICHIESTA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