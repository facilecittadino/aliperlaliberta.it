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Quali documenti servono?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E2EEFA"/>
                </a:solidFill>
                <a:latin typeface="Aptos Display"/>
              </a:rPr>
              <a:t>Ogni pratica è diversa. Verifichiamo insieme ciò che serve davvero.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DOCUMENTI PER LA PRATICA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1440180" cy="45720"/>
          </a:xfrm>
          <a:prstGeom prst="rect">
            <a:avLst/>
          </a:prstGeom>
          <a:solidFill>
            <a:srgbClr val="1CB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0A2E5C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12236"/>
                </a:solidFill>
                <a:latin typeface="Aptos Display"/>
              </a:rPr>
              <a:t>Porta con 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3D4F63"/>
                </a:solidFill>
                <a:latin typeface="Aptos Display"/>
              </a:rPr>
              <a:t>Documento di identità</a:t>
            </a:r>
            <a:br/>
            <a:r>
              <a:rPr sz="2300" b="0">
                <a:solidFill>
                  <a:srgbClr val="3D4F63"/>
                </a:solidFill>
                <a:latin typeface="Aptos Display"/>
              </a:rPr>
              <a:t>Codice fiscale</a:t>
            </a:r>
            <a:br/>
            <a:r>
              <a:rPr sz="2300" b="0">
                <a:solidFill>
                  <a:srgbClr val="3D4F63"/>
                </a:solidFill>
                <a:latin typeface="Aptos Display"/>
              </a:rPr>
              <a:t>Documenti relativi alla richiesta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DOCUMENTI PER LA PRATICA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C9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2880360" cy="4572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E53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0A2E5C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12236"/>
                </a:solidFill>
                <a:latin typeface="Aptos Display"/>
              </a:rPr>
              <a:t>Prima dell'appuntamento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3D4F63"/>
                </a:solidFill>
                <a:latin typeface="Aptos Display"/>
              </a:rPr>
              <a:t>Controlla la lista nell'area cliente o chiedi al nostro assistente.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E53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 Display"/>
              </a:rPr>
              <a:t>DOCUMENTI PER LA PRATICA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C9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4320540" cy="45720"/>
          </a:xfrm>
          <a:prstGeom prst="rect">
            <a:avLst/>
          </a:prstGeom>
          <a:solidFill>
            <a:srgbClr val="E53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A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40280"/>
            <a:ext cx="109728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9144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39496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512064"/>
            <a:ext cx="4617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 Display"/>
              </a:rPr>
              <a:t>ALI PER LA LIBERTA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39496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 Display"/>
              </a:rPr>
              <a:t>Meno dubbi. Più chiarezza.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5166360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E2EEFA"/>
                </a:solidFill>
                <a:latin typeface="Aptos Display"/>
              </a:rPr>
              <a:t>Prenota su aliperlaliberta.it</a:t>
            </a:r>
            <a:br/>
            <a:r>
              <a:rPr sz="2300" b="0">
                <a:solidFill>
                  <a:srgbClr val="E2EEFA"/>
                </a:solidFill>
                <a:latin typeface="Aptos Display"/>
              </a:rPr>
              <a:t>351 365 7045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9829800"/>
            <a:ext cx="2926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912096"/>
            <a:ext cx="261518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2E5C"/>
                </a:solidFill>
                <a:latin typeface="Aptos Display"/>
              </a:rPr>
              <a:t>DOCUMENTI PER LA PRATICA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484864"/>
            <a:ext cx="57607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